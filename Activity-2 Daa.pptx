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76E5-42EA-47AF-6E02-BEE7D386E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DAE88-9CCD-2F63-922F-82F488797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726F0-C6B9-511D-2F73-FFF76220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24DB5-423C-FF10-D996-29E309BB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8F545-5806-DF5A-6957-22E05B32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74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55FF-E672-4C00-6F51-13ADF640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5278-0A54-A92F-93D2-1D1359B57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3D56-66CF-4B15-1281-B289E8A9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8CA02-F6C2-E0CC-39CD-8959E144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11CF-8B1B-4C2D-D325-303EB9E1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36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C2E5-6C2B-8E03-1E22-84E9CEC7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B8DAD-BF54-17A3-316C-8ECD3781A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9D9E8-E70B-ABF9-5C73-5C5A578E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EE50C-4C73-8F15-B034-0BC61A21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9816C-6834-79D6-3E75-4B9D91D2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41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D836-93B5-F5FE-D50D-E87D22E7C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5A212-9122-E714-C0FF-88DA14A1A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0758B-4BB8-0B18-08A0-D395043EA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F7851-5529-B7A2-3F8D-5BB23377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940C7-AC86-BFF0-8F48-F30D771A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BF91-0A65-FC49-6011-4A1F9B62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88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5284-17BD-590F-BD3F-C6730414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3FEE5-8DDE-4509-FD8A-E533EB2A4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487B7-7190-5644-A05E-AC246563B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27370-A162-0398-5175-90CC5AB8B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99D6-3CE7-05CF-08C4-4BB40EB31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1AA14-192E-BFB1-FFCF-B7498110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9BBC4-EFAC-4A96-2ECF-5DB68465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782B74-F21C-24CE-D97C-DDBF7179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7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D7C5-38D9-46D0-3896-44A4410E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E7B8C-0CCB-1198-BA4A-D11E0534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FAE7D-F7C6-0057-176B-04C8DFCB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206D3-936E-D5C7-CB8F-44BD3D43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56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1B10E-BD3B-EA0A-0A86-67985EC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1A3B8-FF74-1B16-49FA-93FFF722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58DE8-AD0C-3253-7BC6-C051EAF7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7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F9FC-B122-CCF3-EABB-025712DA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00D2D-A4E2-9254-E614-67C3CDEC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62427-FA85-0446-7B67-C9412492B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CBE19-F05F-025F-D6D0-FBB71F4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2CCA5-0152-D006-5687-39C62D8AE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18A9C-851B-3C40-7270-7217E787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03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49C3-0A1D-EA75-31F5-0DBB0A95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36957B-7130-C9D9-4291-35EC28A14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AB363-EE40-DCBC-0F04-6636C1A30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09AFF-3004-612C-D45C-080A5C76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25606-7203-D5D0-C11F-D4D8696C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309E4-7E79-DB2E-F22D-293175A2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97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AD6C-D4B3-FA10-EB70-42714FD2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BB777-CF3D-380A-67DE-1A17B80BE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4F012-9E0A-ED47-F7FD-7D9F0BECF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69FAD-F8C0-6391-F97D-EB290FB4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FA420-F69D-4FB2-5B5A-4FAAFAA3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3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0FB72-9093-963C-B212-F68B577A6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F8629-D210-4ED6-A314-0920A12F0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5C0EC-8912-3DDF-8E31-07A80F42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7E6ED-9093-913A-F142-22CE9D8D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8F3B1-3F9A-FA79-D6AA-6B7108EE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769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ABFA6-A5F6-AA9B-08F9-B565762F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99258-8132-E648-B5A2-F89BB38F0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E67D-AFA8-5E3D-6A0C-130AC684C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BFB69-2875-4EE2-889D-7641538E72B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60348-C3EB-3B99-E989-47F9E1704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5B44B-90E4-0586-3A76-9522050C6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B2C66-BB79-4C7D-A59C-85FD6B1FF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0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4EDE-1546-AF0F-F17B-260BCB74D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Activity-2</a:t>
            </a:r>
            <a:br>
              <a:rPr lang="en-US" dirty="0"/>
            </a:br>
            <a:r>
              <a:rPr lang="en-US" dirty="0"/>
              <a:t>DAA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D0C7B-087B-851A-B13B-4A3D744EA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Name:Oviya</a:t>
            </a:r>
            <a:r>
              <a:rPr lang="en-US" dirty="0"/>
              <a:t> R</a:t>
            </a:r>
          </a:p>
          <a:p>
            <a:r>
              <a:rPr lang="en-IN" dirty="0"/>
              <a:t>Roll no:732925ADR067</a:t>
            </a:r>
          </a:p>
        </p:txBody>
      </p:sp>
    </p:spTree>
    <p:extLst>
      <p:ext uri="{BB962C8B-B14F-4D97-AF65-F5344CB8AC3E}">
        <p14:creationId xmlns:p14="http://schemas.microsoft.com/office/powerpoint/2010/main" val="1171860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015AD-B5D1-3509-1589-ED6BCB4BE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550"/>
            <a:ext cx="121920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4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94746-17FD-29AC-769D-34D3BD24F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2629"/>
            <a:ext cx="12192000" cy="535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3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37C14-864E-354D-E6AB-52B5E571A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9475"/>
            <a:ext cx="12192000" cy="509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5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3C938-151B-AA42-6FE1-D095066F4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711"/>
            <a:ext cx="12192000" cy="539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6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C4349F-5F4A-B2E7-8012-4C5256C25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3575"/>
            <a:ext cx="12192000" cy="553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9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Activity-2 DAA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Oviya R</dc:creator>
  <cp:lastModifiedBy>Oviya R</cp:lastModifiedBy>
  <cp:revision>1</cp:revision>
  <dcterms:created xsi:type="dcterms:W3CDTF">2026-08-26T16:13:02Z</dcterms:created>
  <dcterms:modified xsi:type="dcterms:W3CDTF">2026-08-26T16:23:50Z</dcterms:modified>
</cp:coreProperties>
</file>